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68" r:id="rId12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22-Aug-26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22-Aug-26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Exploratory Project (EP)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i="1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 Loan Management System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Dhruv Sharma, 2310990410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Dhrupad Kapoor, 23110990409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Priyansh Thakur, 2310991349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Rajat Takkar 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Loan Management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web-based application designed to simplify and automate the loan management process.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platform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applications, user management, and financial tracking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manage their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details, repayments, and financial information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features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intelligent financial assistance and insights.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role-based access for users.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important processes such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verification and notifications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make loan management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smarter, more secure, and user-friendly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355B1-B624-DCD6-52B7-E014A8051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6330887B-0AFA-F461-1D62-30D6FFD23C64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76CBC9FB-42A0-908C-169B-8AA2900D5DD6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0464C04B-CF0E-5EED-0861-5B4829E07481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full-stack, modular approach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manage the complete loan lifecycle.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&amp; Authentication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securely register and log in using JWT-based authentication.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Application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submit their loan details and required financial information through the web interface.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&amp; Storage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User, loan, and financial data are validated and stored securely in a PostgreSQL database using Prisma ORM.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Management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tracks loan status, repayment details, and financial records through a centralized dashboard.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AI is used to provide intelligent financial assistance and insights.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Services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Nodemailer is integrated for email-based verification, notifications, and authentication-related communication.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Frontend–Backend Integration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handles the user interface, while Node.js and Express provide the backend APIs.</a:t>
            </a:r>
          </a:p>
        </p:txBody>
      </p:sp>
    </p:spTree>
    <p:extLst>
      <p:ext uri="{BB962C8B-B14F-4D97-AF65-F5344CB8AC3E}">
        <p14:creationId xmlns:p14="http://schemas.microsoft.com/office/powerpoint/2010/main" val="3122747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87DC2-E481-85C6-F6D9-FFF22B939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1CF8A0F6-67C8-88CF-B882-A1978B7EA904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ACF4B3F5-89FE-8CF3-5DE2-8025410DAF05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F0398334-DBC5-967B-2DA4-B1E9BAC1098C}"/>
              </a:ext>
            </a:extLst>
          </p:cNvPr>
          <p:cNvSpPr txBox="1"/>
          <p:nvPr/>
        </p:nvSpPr>
        <p:spPr>
          <a:xfrm>
            <a:off x="152640" y="837720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interface development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Fast development and build tool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UI styling and responsive design</a:t>
            </a:r>
          </a:p>
          <a:p>
            <a:pPr lv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Server-side runtime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REST API development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Secure user authentication</a:t>
            </a:r>
          </a:p>
          <a:p>
            <a:pPr lv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Relational database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Prisma ORM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Database management and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Services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AI-powered financial assistance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Nodemailer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Email and notification services</a:t>
            </a:r>
          </a:p>
          <a:p>
            <a:pPr lv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Code editor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Git/GitHub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Version control and project management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API testing</a:t>
            </a:r>
          </a:p>
        </p:txBody>
      </p:sp>
    </p:spTree>
    <p:extLst>
      <p:ext uri="{BB962C8B-B14F-4D97-AF65-F5344CB8AC3E}">
        <p14:creationId xmlns:p14="http://schemas.microsoft.com/office/powerpoint/2010/main" val="2912279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78CED-4797-2232-35DC-51165F0C9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B609CA9-EEB1-3CED-EFEB-04647005344B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5C0C0CC7-BBD3-AB88-3E74-E3B7BE3F3BE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8574F699-38A3-41E3-EA30-851DC06C9C6B}"/>
              </a:ext>
            </a:extLst>
          </p:cNvPr>
          <p:cNvSpPr txBox="1"/>
          <p:nvPr/>
        </p:nvSpPr>
        <p:spPr>
          <a:xfrm>
            <a:off x="152640" y="837720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lvl="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React-based frontend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responsive and user-friendly interface.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and Express.js APIs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user, loan, and financial operations.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with Prisma ORM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secure and structured data management.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JWT-based authentication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secure login and protected resources.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intelligent financial assistance and insights.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Nodemailer with Gmail SMTP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email verification and notifications.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application and management features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track loan information and status.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frontend and backend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smooth data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4175763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99800-45A8-F239-1AFB-FFD34F042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2A1096ED-6558-3ED5-ACE5-11E1A9FD629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Findings/Outcomes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0AFF60F-EDF0-BF86-EECA-89BAEF637BBA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1923BBE5-A0C2-0F39-3275-3D9CACC43535}"/>
              </a:ext>
            </a:extLst>
          </p:cNvPr>
          <p:cNvSpPr txBox="1"/>
          <p:nvPr/>
        </p:nvSpPr>
        <p:spPr>
          <a:xfrm>
            <a:off x="152640" y="12750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loan management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users, loans, and financial information.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effort by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automating loan-related processes and record management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and authorization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JWT.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efficient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application, tracking, and repayment management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intelligent financial assistance and insights.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email-based communication and verification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Nodemailer.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reliable and structured data management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and Prisma ORM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and user-friendly interface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accessibility and usability.</a:t>
            </a:r>
          </a:p>
        </p:txBody>
      </p:sp>
    </p:spTree>
    <p:extLst>
      <p:ext uri="{BB962C8B-B14F-4D97-AF65-F5344CB8AC3E}">
        <p14:creationId xmlns:p14="http://schemas.microsoft.com/office/powerpoint/2010/main" val="4066861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6EE21-442F-67A7-CB87-551A9193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2A88E439-0AE4-6BA7-972A-3202DAB2715B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C8E4171-5AE4-2B2E-3510-3C2F9BE57BD4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744220B-6A2C-E739-82B1-52C3F6CBE200}"/>
              </a:ext>
            </a:extLst>
          </p:cNvPr>
          <p:cNvSpPr txBox="1"/>
          <p:nvPr/>
        </p:nvSpPr>
        <p:spPr>
          <a:xfrm>
            <a:off x="152640" y="12750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Loan Management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simplify and automate loan-related activities.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management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users, loan applications, repayments, and financial records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enhances the system with intelligent financial assistance.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efficiency, security, accuracy, and user experience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loan eligibility and credit risk prediction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loan approval and recommendation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payment gateways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loan repayments.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 and financial dashboards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Android and iOS.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bureau and banking APIs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financial verification.</a:t>
            </a:r>
          </a:p>
        </p:txBody>
      </p:sp>
    </p:spTree>
    <p:extLst>
      <p:ext uri="{BB962C8B-B14F-4D97-AF65-F5344CB8AC3E}">
        <p14:creationId xmlns:p14="http://schemas.microsoft.com/office/powerpoint/2010/main" val="1139976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34720</TotalTime>
  <Words>706</Words>
  <Application>Microsoft Office PowerPoint</Application>
  <PresentationFormat>On-screen Show (4:3)</PresentationFormat>
  <Paragraphs>112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DHRUV AGNIHOTRI</cp:lastModifiedBy>
  <cp:revision>2301</cp:revision>
  <dcterms:created xsi:type="dcterms:W3CDTF">2010-04-09T07:36:15Z</dcterms:created>
  <dcterms:modified xsi:type="dcterms:W3CDTF">2026-08-22T04:59:40Z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